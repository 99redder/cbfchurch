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E2F3"/>
    <a:srgbClr val="BDD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-80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C1B0-7D3E-C94C-A8A2-36963FAAC05F}" type="datetimeFigureOut">
              <a:rPr lang="en-US" smtClean="0"/>
              <a:t>12/30/19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9057-A7B6-6D4C-B0C2-96ED4D0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03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C1B0-7D3E-C94C-A8A2-36963FAAC05F}" type="datetimeFigureOut">
              <a:rPr lang="en-US" smtClean="0"/>
              <a:t>12/30/19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9057-A7B6-6D4C-B0C2-96ED4D0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0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C1B0-7D3E-C94C-A8A2-36963FAAC05F}" type="datetimeFigureOut">
              <a:rPr lang="en-US" smtClean="0"/>
              <a:t>12/30/19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9057-A7B6-6D4C-B0C2-96ED4D0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18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C1B0-7D3E-C94C-A8A2-36963FAAC05F}" type="datetimeFigureOut">
              <a:rPr lang="en-US" smtClean="0"/>
              <a:t>12/30/19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9057-A7B6-6D4C-B0C2-96ED4D0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12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C1B0-7D3E-C94C-A8A2-36963FAAC05F}" type="datetimeFigureOut">
              <a:rPr lang="en-US" smtClean="0"/>
              <a:t>12/30/19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9057-A7B6-6D4C-B0C2-96ED4D0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1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C1B0-7D3E-C94C-A8A2-36963FAAC05F}" type="datetimeFigureOut">
              <a:rPr lang="en-US" smtClean="0"/>
              <a:t>12/30/19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9057-A7B6-6D4C-B0C2-96ED4D0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63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C1B0-7D3E-C94C-A8A2-36963FAAC05F}" type="datetimeFigureOut">
              <a:rPr lang="en-US" smtClean="0"/>
              <a:t>12/30/19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9057-A7B6-6D4C-B0C2-96ED4D0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C1B0-7D3E-C94C-A8A2-36963FAAC05F}" type="datetimeFigureOut">
              <a:rPr lang="en-US" smtClean="0"/>
              <a:t>12/30/19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9057-A7B6-6D4C-B0C2-96ED4D0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84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C1B0-7D3E-C94C-A8A2-36963FAAC05F}" type="datetimeFigureOut">
              <a:rPr lang="en-US" smtClean="0"/>
              <a:t>12/30/19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9057-A7B6-6D4C-B0C2-96ED4D0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61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C1B0-7D3E-C94C-A8A2-36963FAAC05F}" type="datetimeFigureOut">
              <a:rPr lang="en-US" smtClean="0"/>
              <a:t>12/30/19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9057-A7B6-6D4C-B0C2-96ED4D0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82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C1B0-7D3E-C94C-A8A2-36963FAAC05F}" type="datetimeFigureOut">
              <a:rPr lang="en-US" smtClean="0"/>
              <a:t>12/30/19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49057-A7B6-6D4C-B0C2-96ED4D0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86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AC1B0-7D3E-C94C-A8A2-36963FAAC05F}" type="datetimeFigureOut">
              <a:rPr lang="en-US" smtClean="0"/>
              <a:t>12/30/19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49057-A7B6-6D4C-B0C2-96ED4D0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38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89432" y="214778"/>
            <a:ext cx="8852711" cy="260141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alpha val="5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 amt="73000"/>
          </a:blip>
          <a:stretch>
            <a:fillRect/>
          </a:stretch>
        </p:blipFill>
        <p:spPr>
          <a:xfrm>
            <a:off x="6311900" y="830613"/>
            <a:ext cx="2543405" cy="1916033"/>
          </a:xfrm>
          <a:prstGeom prst="rect">
            <a:avLst/>
          </a:prstGeom>
          <a:effectLst>
            <a:softEdge rad="88900"/>
          </a:effectLst>
        </p:spPr>
      </p:pic>
      <p:sp>
        <p:nvSpPr>
          <p:cNvPr id="6" name="Rectangle 5"/>
          <p:cNvSpPr/>
          <p:nvPr/>
        </p:nvSpPr>
        <p:spPr>
          <a:xfrm>
            <a:off x="355050" y="243786"/>
            <a:ext cx="868709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BDD5EE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 Bold"/>
                <a:cs typeface="Optima"/>
              </a:rPr>
              <a:t>Christian Believers Fellowship</a:t>
            </a:r>
            <a:endParaRPr lang="en-US" sz="4400" b="1" cap="none" spc="0" dirty="0">
              <a:ln w="12700">
                <a:solidFill>
                  <a:schemeClr val="tx1"/>
                </a:solidFill>
                <a:prstDash val="solid"/>
              </a:ln>
              <a:solidFill>
                <a:srgbClr val="BDD5EE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ahoma Bold"/>
              <a:cs typeface="Optim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9883" y="894087"/>
            <a:ext cx="6137417" cy="58477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Franklin Gothic Medium"/>
                <a:cs typeface="Franklin Gothic Medium"/>
              </a:rPr>
              <a:t>32 Chapel Lane Somersworth, NH</a:t>
            </a:r>
            <a:endParaRPr lang="en-US" sz="3200" b="1" cap="none" spc="0" dirty="0">
              <a:ln w="12700">
                <a:solidFill>
                  <a:schemeClr val="tx1"/>
                </a:solidFill>
                <a:prstDash val="solid"/>
              </a:ln>
              <a:solidFill>
                <a:schemeClr val="accent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Franklin Gothic Medium"/>
              <a:cs typeface="Franklin Gothic Medium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51" y="1828829"/>
            <a:ext cx="797344" cy="6603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0950" y="1447826"/>
            <a:ext cx="192693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 smtClean="0">
                <a:ln w="12700">
                  <a:noFill/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Sund</a:t>
            </a:r>
            <a:r>
              <a:rPr lang="en-US" sz="2000" b="1" dirty="0" smtClean="0">
                <a:ln w="12700">
                  <a:noFill/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ay Worship</a:t>
            </a:r>
            <a:endParaRPr lang="en-US" sz="2000" b="1" cap="none" spc="0" dirty="0">
              <a:ln w="12700">
                <a:noFill/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8227" y="2416084"/>
            <a:ext cx="240858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 smtClean="0">
                <a:ln w="12700">
                  <a:noFill/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10:30AM </a:t>
            </a:r>
            <a:r>
              <a:rPr lang="mr-IN" sz="2000" b="1" cap="none" spc="0" dirty="0" smtClean="0">
                <a:ln w="12700">
                  <a:noFill/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–</a:t>
            </a:r>
            <a:r>
              <a:rPr lang="en-US" sz="2000" b="1" cap="none" spc="0" dirty="0" smtClean="0">
                <a:ln w="12700">
                  <a:noFill/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12:00PM</a:t>
            </a:r>
            <a:endParaRPr lang="en-US" sz="2000" b="1" cap="none" spc="0" dirty="0">
              <a:ln w="12700">
                <a:noFill/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48118" y="1460526"/>
            <a:ext cx="232580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 smtClean="0">
                <a:ln w="12700">
                  <a:noFill/>
                  <a:prstDash val="solid"/>
                </a:ln>
                <a:solidFill>
                  <a:srgbClr val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Tuesday Bible Study</a:t>
            </a:r>
            <a:endParaRPr lang="en-US" sz="2000" b="1" cap="none" spc="0" dirty="0">
              <a:ln w="12700">
                <a:noFill/>
                <a:prstDash val="solid"/>
              </a:ln>
              <a:solidFill>
                <a:srgbClr val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31041" y="2426384"/>
            <a:ext cx="212968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 smtClean="0">
                <a:ln w="12700">
                  <a:noFill/>
                  <a:prstDash val="solid"/>
                </a:ln>
                <a:solidFill>
                  <a:srgbClr val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6:30PM </a:t>
            </a:r>
            <a:r>
              <a:rPr lang="mr-IN" sz="2000" b="1" cap="none" spc="0" dirty="0" smtClean="0">
                <a:ln w="12700">
                  <a:noFill/>
                  <a:prstDash val="solid"/>
                </a:ln>
                <a:solidFill>
                  <a:srgbClr val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–</a:t>
            </a:r>
            <a:r>
              <a:rPr lang="en-US" sz="2000" b="1" cap="none" spc="0" dirty="0" smtClean="0">
                <a:ln w="12700">
                  <a:noFill/>
                  <a:prstDash val="solid"/>
                </a:ln>
                <a:solidFill>
                  <a:srgbClr val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7:30PM</a:t>
            </a:r>
            <a:endParaRPr lang="en-US" sz="2000" b="1" cap="none" spc="0" dirty="0">
              <a:ln w="12700">
                <a:noFill/>
                <a:prstDash val="solid"/>
              </a:ln>
              <a:solidFill>
                <a:srgbClr val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729" y="1835236"/>
            <a:ext cx="590045" cy="643742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54009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28</Words>
  <Application>Microsoft Macintosh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Gorham</dc:creator>
  <cp:lastModifiedBy>Christopher Gorham</cp:lastModifiedBy>
  <cp:revision>4</cp:revision>
  <dcterms:created xsi:type="dcterms:W3CDTF">2019-12-30T21:20:55Z</dcterms:created>
  <dcterms:modified xsi:type="dcterms:W3CDTF">2019-12-30T22:10:33Z</dcterms:modified>
</cp:coreProperties>
</file>