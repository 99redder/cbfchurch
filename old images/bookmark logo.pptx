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-108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9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5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4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0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9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9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8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7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7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07733-2396-BF41-943D-2D37699A218A}" type="datetimeFigureOut">
              <a:rPr lang="en-US" smtClean="0"/>
              <a:t>1/2/20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9ABF2-8A37-B44E-9A05-F01087E28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4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488185" y="602901"/>
            <a:ext cx="5991229" cy="5990528"/>
          </a:xfrm>
          <a:prstGeom prst="rect">
            <a:avLst/>
          </a:prstGeom>
          <a:solidFill>
            <a:srgbClr val="BDD5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73" y="1092633"/>
            <a:ext cx="5014883" cy="5014883"/>
          </a:xfrm>
          <a:prstGeom prst="rect">
            <a:avLst/>
          </a:prstGeom>
          <a:solidFill>
            <a:srgbClr val="BDD5EE"/>
          </a:solidFill>
        </p:spPr>
      </p:pic>
    </p:spTree>
    <p:extLst>
      <p:ext uri="{BB962C8B-B14F-4D97-AF65-F5344CB8AC3E}">
        <p14:creationId xmlns:p14="http://schemas.microsoft.com/office/powerpoint/2010/main" val="3306195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Gorham</dc:creator>
  <cp:lastModifiedBy>Christopher Gorham</cp:lastModifiedBy>
  <cp:revision>2</cp:revision>
  <dcterms:created xsi:type="dcterms:W3CDTF">2020-01-02T19:33:51Z</dcterms:created>
  <dcterms:modified xsi:type="dcterms:W3CDTF">2020-01-02T19:50:11Z</dcterms:modified>
</cp:coreProperties>
</file>